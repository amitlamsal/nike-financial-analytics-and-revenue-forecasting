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72" r:id="rId5"/>
    <p:sldId id="285" r:id="rId6"/>
    <p:sldId id="284" r:id="rId7"/>
    <p:sldId id="282" r:id="rId8"/>
    <p:sldId id="271" r:id="rId9"/>
    <p:sldId id="283" r:id="rId10"/>
    <p:sldId id="28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088A39-B3DF-47BE-B5AA-F970388FDE5B}" type="doc">
      <dgm:prSet loTypeId="urn:microsoft.com/office/officeart/2005/8/layout/vList2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DE7EB5C0-5E8A-42CF-B4AF-4C97395F8960}" type="pres">
      <dgm:prSet presAssocID="{55088A39-B3DF-47BE-B5AA-F970388FDE5B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0B46B4CE-8201-430B-95FF-96EE613D8B90}" type="presOf" srcId="{55088A39-B3DF-47BE-B5AA-F970388FDE5B}" destId="{DE7EB5C0-5E8A-42CF-B4AF-4C97395F896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02A1E8-515B-431F-82C3-9257F5B36517}" type="doc">
      <dgm:prSet loTypeId="urn:microsoft.com/office/officeart/2005/8/layout/pyramid2" loCatId="list" qsTypeId="urn:microsoft.com/office/officeart/2005/8/quickstyle/simple1" qsCatId="simple" csTypeId="urn:microsoft.com/office/officeart/2005/8/colors/accent6_5" csCatId="accent6" phldr="1"/>
      <dgm:spPr/>
    </dgm:pt>
    <dgm:pt modelId="{9D5DD271-DC41-49D9-8B1C-14F6955DFCC1}">
      <dgm:prSet phldrT="[Text]"/>
      <dgm:spPr/>
      <dgm:t>
        <a:bodyPr/>
        <a:lstStyle/>
        <a:p>
          <a:r>
            <a:rPr lang="en-GB" dirty="0"/>
            <a:t>Linear Regression</a:t>
          </a:r>
          <a:endParaRPr lang="en-US" dirty="0"/>
        </a:p>
      </dgm:t>
    </dgm:pt>
    <dgm:pt modelId="{1C1A0283-30E6-4FE7-9FBB-4913A56522DA}" type="parTrans" cxnId="{4314D5EA-A7FF-4B3A-AED7-2E98133F8417}">
      <dgm:prSet/>
      <dgm:spPr/>
      <dgm:t>
        <a:bodyPr/>
        <a:lstStyle/>
        <a:p>
          <a:endParaRPr lang="en-US"/>
        </a:p>
      </dgm:t>
    </dgm:pt>
    <dgm:pt modelId="{23002AA2-B8CB-408C-B191-9FE1786D76FA}" type="sibTrans" cxnId="{4314D5EA-A7FF-4B3A-AED7-2E98133F8417}">
      <dgm:prSet/>
      <dgm:spPr/>
      <dgm:t>
        <a:bodyPr/>
        <a:lstStyle/>
        <a:p>
          <a:endParaRPr lang="en-US"/>
        </a:p>
      </dgm:t>
    </dgm:pt>
    <dgm:pt modelId="{62CA3C6F-23CB-45B7-A017-41ED6DA6877E}">
      <dgm:prSet phldrT="[Text]"/>
      <dgm:spPr/>
      <dgm:t>
        <a:bodyPr/>
        <a:lstStyle/>
        <a:p>
          <a:r>
            <a:rPr lang="en-GB" dirty="0"/>
            <a:t>Decision Tree</a:t>
          </a:r>
          <a:endParaRPr lang="en-US" dirty="0"/>
        </a:p>
      </dgm:t>
    </dgm:pt>
    <dgm:pt modelId="{0DEEA0E6-4F2B-4B69-8887-06BFC44E9533}" type="parTrans" cxnId="{2208CEE1-199A-437E-BF0F-D62C759F646B}">
      <dgm:prSet/>
      <dgm:spPr/>
      <dgm:t>
        <a:bodyPr/>
        <a:lstStyle/>
        <a:p>
          <a:endParaRPr lang="en-US"/>
        </a:p>
      </dgm:t>
    </dgm:pt>
    <dgm:pt modelId="{7B32F449-C017-4B69-B951-698BD86CDA8B}" type="sibTrans" cxnId="{2208CEE1-199A-437E-BF0F-D62C759F646B}">
      <dgm:prSet/>
      <dgm:spPr/>
      <dgm:t>
        <a:bodyPr/>
        <a:lstStyle/>
        <a:p>
          <a:endParaRPr lang="en-US"/>
        </a:p>
      </dgm:t>
    </dgm:pt>
    <dgm:pt modelId="{7D403B35-752E-4C5C-A180-BC60FDA1E303}">
      <dgm:prSet phldrT="[Text]"/>
      <dgm:spPr/>
      <dgm:t>
        <a:bodyPr/>
        <a:lstStyle/>
        <a:p>
          <a:r>
            <a:rPr lang="en-GB" dirty="0"/>
            <a:t>Random Forest</a:t>
          </a:r>
          <a:endParaRPr lang="en-US" dirty="0"/>
        </a:p>
      </dgm:t>
    </dgm:pt>
    <dgm:pt modelId="{CC45D30D-A432-4241-85EC-F067641F33E3}" type="parTrans" cxnId="{4D176A6B-469A-4521-BA44-A602F69D4295}">
      <dgm:prSet/>
      <dgm:spPr/>
      <dgm:t>
        <a:bodyPr/>
        <a:lstStyle/>
        <a:p>
          <a:endParaRPr lang="en-US"/>
        </a:p>
      </dgm:t>
    </dgm:pt>
    <dgm:pt modelId="{B75202D5-2FF6-4403-8176-DF60D7B0C899}" type="sibTrans" cxnId="{4D176A6B-469A-4521-BA44-A602F69D4295}">
      <dgm:prSet/>
      <dgm:spPr/>
      <dgm:t>
        <a:bodyPr/>
        <a:lstStyle/>
        <a:p>
          <a:endParaRPr lang="en-US"/>
        </a:p>
      </dgm:t>
    </dgm:pt>
    <dgm:pt modelId="{E176D440-1B34-411E-A558-D190F4A277DD}">
      <dgm:prSet phldrT="[Text]"/>
      <dgm:spPr/>
      <dgm:t>
        <a:bodyPr/>
        <a:lstStyle/>
        <a:p>
          <a:r>
            <a:rPr lang="en-GB" dirty="0"/>
            <a:t>K-NN</a:t>
          </a:r>
          <a:endParaRPr lang="en-US" dirty="0"/>
        </a:p>
      </dgm:t>
    </dgm:pt>
    <dgm:pt modelId="{12AA5813-BCBE-49D5-89D5-B26C7A6482F4}" type="parTrans" cxnId="{2FCC2CA1-E54A-444E-A663-F051BABFF1E3}">
      <dgm:prSet/>
      <dgm:spPr/>
      <dgm:t>
        <a:bodyPr/>
        <a:lstStyle/>
        <a:p>
          <a:endParaRPr lang="en-US"/>
        </a:p>
      </dgm:t>
    </dgm:pt>
    <dgm:pt modelId="{0836D87C-CD55-4471-B6E8-EAB3AE300FB4}" type="sibTrans" cxnId="{2FCC2CA1-E54A-444E-A663-F051BABFF1E3}">
      <dgm:prSet/>
      <dgm:spPr/>
      <dgm:t>
        <a:bodyPr/>
        <a:lstStyle/>
        <a:p>
          <a:endParaRPr lang="en-US"/>
        </a:p>
      </dgm:t>
    </dgm:pt>
    <dgm:pt modelId="{17F36B26-8927-499A-A0EB-9440C97AA4F9}" type="pres">
      <dgm:prSet presAssocID="{4A02A1E8-515B-431F-82C3-9257F5B36517}" presName="compositeShape" presStyleCnt="0">
        <dgm:presLayoutVars>
          <dgm:dir/>
          <dgm:resizeHandles/>
        </dgm:presLayoutVars>
      </dgm:prSet>
      <dgm:spPr/>
    </dgm:pt>
    <dgm:pt modelId="{54C251EE-F450-4AAF-8848-050C0D7027E4}" type="pres">
      <dgm:prSet presAssocID="{4A02A1E8-515B-431F-82C3-9257F5B36517}" presName="pyramid" presStyleLbl="node1" presStyleIdx="0" presStyleCnt="1" custLinFactNeighborX="-60853" custLinFactNeighborY="170"/>
      <dgm:spPr/>
    </dgm:pt>
    <dgm:pt modelId="{81D60F28-CB15-431F-BFB3-EF4A631C804F}" type="pres">
      <dgm:prSet presAssocID="{4A02A1E8-515B-431F-82C3-9257F5B36517}" presName="theList" presStyleCnt="0"/>
      <dgm:spPr/>
    </dgm:pt>
    <dgm:pt modelId="{CCA4D96D-378C-4AF2-B070-4848E65DB55E}" type="pres">
      <dgm:prSet presAssocID="{9D5DD271-DC41-49D9-8B1C-14F6955DFCC1}" presName="aNode" presStyleLbl="fgAcc1" presStyleIdx="0" presStyleCnt="4" custLinFactNeighborX="-95096" custLinFactNeighborY="84727">
        <dgm:presLayoutVars>
          <dgm:bulletEnabled val="1"/>
        </dgm:presLayoutVars>
      </dgm:prSet>
      <dgm:spPr/>
    </dgm:pt>
    <dgm:pt modelId="{C781B656-71B1-4F76-A6D5-6A097EC4C2CF}" type="pres">
      <dgm:prSet presAssocID="{9D5DD271-DC41-49D9-8B1C-14F6955DFCC1}" presName="aSpace" presStyleCnt="0"/>
      <dgm:spPr/>
    </dgm:pt>
    <dgm:pt modelId="{80B4DD6E-0349-45C2-8D34-43A526EE1405}" type="pres">
      <dgm:prSet presAssocID="{62CA3C6F-23CB-45B7-A017-41ED6DA6877E}" presName="aNode" presStyleLbl="fgAcc1" presStyleIdx="1" presStyleCnt="4" custLinFactY="7803" custLinFactNeighborX="-95096" custLinFactNeighborY="100000">
        <dgm:presLayoutVars>
          <dgm:bulletEnabled val="1"/>
        </dgm:presLayoutVars>
      </dgm:prSet>
      <dgm:spPr/>
    </dgm:pt>
    <dgm:pt modelId="{716F82D1-B6FB-47A2-8B92-AACF6DFAC40C}" type="pres">
      <dgm:prSet presAssocID="{62CA3C6F-23CB-45B7-A017-41ED6DA6877E}" presName="aSpace" presStyleCnt="0"/>
      <dgm:spPr/>
    </dgm:pt>
    <dgm:pt modelId="{BD06E6FD-57FB-4DEE-B2D4-FF73006B60E1}" type="pres">
      <dgm:prSet presAssocID="{7D403B35-752E-4C5C-A180-BC60FDA1E303}" presName="aNode" presStyleLbl="fgAcc1" presStyleIdx="2" presStyleCnt="4" custLinFactY="7169" custLinFactNeighborX="-95096" custLinFactNeighborY="100000">
        <dgm:presLayoutVars>
          <dgm:bulletEnabled val="1"/>
        </dgm:presLayoutVars>
      </dgm:prSet>
      <dgm:spPr/>
    </dgm:pt>
    <dgm:pt modelId="{5633A960-1511-47C4-B470-EBE9BCF8FBA6}" type="pres">
      <dgm:prSet presAssocID="{7D403B35-752E-4C5C-A180-BC60FDA1E303}" presName="aSpace" presStyleCnt="0"/>
      <dgm:spPr/>
    </dgm:pt>
    <dgm:pt modelId="{2B517F9B-EEFB-4947-B60C-9AAC7CEA94EE}" type="pres">
      <dgm:prSet presAssocID="{E176D440-1B34-411E-A558-D190F4A277DD}" presName="aNode" presStyleLbl="fgAcc1" presStyleIdx="3" presStyleCnt="4" custLinFactY="16247" custLinFactNeighborX="-95096" custLinFactNeighborY="100000">
        <dgm:presLayoutVars>
          <dgm:bulletEnabled val="1"/>
        </dgm:presLayoutVars>
      </dgm:prSet>
      <dgm:spPr/>
    </dgm:pt>
    <dgm:pt modelId="{3FF4EA98-738C-4ECE-8C85-48EB37ACECEF}" type="pres">
      <dgm:prSet presAssocID="{E176D440-1B34-411E-A558-D190F4A277DD}" presName="aSpace" presStyleCnt="0"/>
      <dgm:spPr/>
    </dgm:pt>
  </dgm:ptLst>
  <dgm:cxnLst>
    <dgm:cxn modelId="{4D176A6B-469A-4521-BA44-A602F69D4295}" srcId="{4A02A1E8-515B-431F-82C3-9257F5B36517}" destId="{7D403B35-752E-4C5C-A180-BC60FDA1E303}" srcOrd="2" destOrd="0" parTransId="{CC45D30D-A432-4241-85EC-F067641F33E3}" sibTransId="{B75202D5-2FF6-4403-8176-DF60D7B0C899}"/>
    <dgm:cxn modelId="{0284FB4C-1001-42E8-9C0B-E4B683B9FC36}" type="presOf" srcId="{9D5DD271-DC41-49D9-8B1C-14F6955DFCC1}" destId="{CCA4D96D-378C-4AF2-B070-4848E65DB55E}" srcOrd="0" destOrd="0" presId="urn:microsoft.com/office/officeart/2005/8/layout/pyramid2"/>
    <dgm:cxn modelId="{17B44471-F95C-4DE5-BF5A-277D832B2F22}" type="presOf" srcId="{7D403B35-752E-4C5C-A180-BC60FDA1E303}" destId="{BD06E6FD-57FB-4DEE-B2D4-FF73006B60E1}" srcOrd="0" destOrd="0" presId="urn:microsoft.com/office/officeart/2005/8/layout/pyramid2"/>
    <dgm:cxn modelId="{B857D356-159E-49F5-90EC-DEFD32CF22B4}" type="presOf" srcId="{62CA3C6F-23CB-45B7-A017-41ED6DA6877E}" destId="{80B4DD6E-0349-45C2-8D34-43A526EE1405}" srcOrd="0" destOrd="0" presId="urn:microsoft.com/office/officeart/2005/8/layout/pyramid2"/>
    <dgm:cxn modelId="{2FCC2CA1-E54A-444E-A663-F051BABFF1E3}" srcId="{4A02A1E8-515B-431F-82C3-9257F5B36517}" destId="{E176D440-1B34-411E-A558-D190F4A277DD}" srcOrd="3" destOrd="0" parTransId="{12AA5813-BCBE-49D5-89D5-B26C7A6482F4}" sibTransId="{0836D87C-CD55-4471-B6E8-EAB3AE300FB4}"/>
    <dgm:cxn modelId="{AEC26EAD-2BBD-497B-ACF4-7EE187A3EA39}" type="presOf" srcId="{E176D440-1B34-411E-A558-D190F4A277DD}" destId="{2B517F9B-EEFB-4947-B60C-9AAC7CEA94EE}" srcOrd="0" destOrd="0" presId="urn:microsoft.com/office/officeart/2005/8/layout/pyramid2"/>
    <dgm:cxn modelId="{FD141ECA-DFD1-4338-B9A8-C1132C563409}" type="presOf" srcId="{4A02A1E8-515B-431F-82C3-9257F5B36517}" destId="{17F36B26-8927-499A-A0EB-9440C97AA4F9}" srcOrd="0" destOrd="0" presId="urn:microsoft.com/office/officeart/2005/8/layout/pyramid2"/>
    <dgm:cxn modelId="{2208CEE1-199A-437E-BF0F-D62C759F646B}" srcId="{4A02A1E8-515B-431F-82C3-9257F5B36517}" destId="{62CA3C6F-23CB-45B7-A017-41ED6DA6877E}" srcOrd="1" destOrd="0" parTransId="{0DEEA0E6-4F2B-4B69-8887-06BFC44E9533}" sibTransId="{7B32F449-C017-4B69-B951-698BD86CDA8B}"/>
    <dgm:cxn modelId="{4314D5EA-A7FF-4B3A-AED7-2E98133F8417}" srcId="{4A02A1E8-515B-431F-82C3-9257F5B36517}" destId="{9D5DD271-DC41-49D9-8B1C-14F6955DFCC1}" srcOrd="0" destOrd="0" parTransId="{1C1A0283-30E6-4FE7-9FBB-4913A56522DA}" sibTransId="{23002AA2-B8CB-408C-B191-9FE1786D76FA}"/>
    <dgm:cxn modelId="{FA0F2572-2875-4ECA-912E-C51C83A8538B}" type="presParOf" srcId="{17F36B26-8927-499A-A0EB-9440C97AA4F9}" destId="{54C251EE-F450-4AAF-8848-050C0D7027E4}" srcOrd="0" destOrd="0" presId="urn:microsoft.com/office/officeart/2005/8/layout/pyramid2"/>
    <dgm:cxn modelId="{032D9969-4979-4D9E-B150-8E08FDE195C8}" type="presParOf" srcId="{17F36B26-8927-499A-A0EB-9440C97AA4F9}" destId="{81D60F28-CB15-431F-BFB3-EF4A631C804F}" srcOrd="1" destOrd="0" presId="urn:microsoft.com/office/officeart/2005/8/layout/pyramid2"/>
    <dgm:cxn modelId="{E0982D19-8AB9-4DAF-9DF0-65C7BAA14466}" type="presParOf" srcId="{81D60F28-CB15-431F-BFB3-EF4A631C804F}" destId="{CCA4D96D-378C-4AF2-B070-4848E65DB55E}" srcOrd="0" destOrd="0" presId="urn:microsoft.com/office/officeart/2005/8/layout/pyramid2"/>
    <dgm:cxn modelId="{B20E69FD-39A3-4252-AB53-4460DFE2FB5B}" type="presParOf" srcId="{81D60F28-CB15-431F-BFB3-EF4A631C804F}" destId="{C781B656-71B1-4F76-A6D5-6A097EC4C2CF}" srcOrd="1" destOrd="0" presId="urn:microsoft.com/office/officeart/2005/8/layout/pyramid2"/>
    <dgm:cxn modelId="{BAEC0512-E898-4730-A37F-7EAF85DD0F6A}" type="presParOf" srcId="{81D60F28-CB15-431F-BFB3-EF4A631C804F}" destId="{80B4DD6E-0349-45C2-8D34-43A526EE1405}" srcOrd="2" destOrd="0" presId="urn:microsoft.com/office/officeart/2005/8/layout/pyramid2"/>
    <dgm:cxn modelId="{0FE98795-8F45-4802-B1EB-174345D6F21E}" type="presParOf" srcId="{81D60F28-CB15-431F-BFB3-EF4A631C804F}" destId="{716F82D1-B6FB-47A2-8B92-AACF6DFAC40C}" srcOrd="3" destOrd="0" presId="urn:microsoft.com/office/officeart/2005/8/layout/pyramid2"/>
    <dgm:cxn modelId="{E6DE158F-63F3-45D7-BF48-DE4591806C2D}" type="presParOf" srcId="{81D60F28-CB15-431F-BFB3-EF4A631C804F}" destId="{BD06E6FD-57FB-4DEE-B2D4-FF73006B60E1}" srcOrd="4" destOrd="0" presId="urn:microsoft.com/office/officeart/2005/8/layout/pyramid2"/>
    <dgm:cxn modelId="{C624E00A-C990-4C33-948D-BE427BD74B75}" type="presParOf" srcId="{81D60F28-CB15-431F-BFB3-EF4A631C804F}" destId="{5633A960-1511-47C4-B470-EBE9BCF8FBA6}" srcOrd="5" destOrd="0" presId="urn:microsoft.com/office/officeart/2005/8/layout/pyramid2"/>
    <dgm:cxn modelId="{AF02BA8F-B8A8-45E3-B802-073D559E19B9}" type="presParOf" srcId="{81D60F28-CB15-431F-BFB3-EF4A631C804F}" destId="{2B517F9B-EEFB-4947-B60C-9AAC7CEA94EE}" srcOrd="6" destOrd="0" presId="urn:microsoft.com/office/officeart/2005/8/layout/pyramid2"/>
    <dgm:cxn modelId="{A55D5D42-B420-4222-B412-C7F43555E63F}" type="presParOf" srcId="{81D60F28-CB15-431F-BFB3-EF4A631C804F}" destId="{3FF4EA98-738C-4ECE-8C85-48EB37ACECEF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088A39-B3DF-47BE-B5AA-F970388FDE5B}" type="doc">
      <dgm:prSet loTypeId="urn:microsoft.com/office/officeart/2005/8/layout/vList2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DE7EB5C0-5E8A-42CF-B4AF-4C97395F8960}" type="pres">
      <dgm:prSet presAssocID="{55088A39-B3DF-47BE-B5AA-F970388FDE5B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0B46B4CE-8201-430B-95FF-96EE613D8B90}" type="presOf" srcId="{55088A39-B3DF-47BE-B5AA-F970388FDE5B}" destId="{DE7EB5C0-5E8A-42CF-B4AF-4C97395F896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E8C55D-3690-4907-BC5E-0700484FD324}" type="doc">
      <dgm:prSet loTypeId="urn:microsoft.com/office/officeart/2005/8/layout/hList1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273CB29F-13C6-4F54-B8A3-A2A32E5861AE}">
      <dgm:prSet phldrT="[Text]"/>
      <dgm:spPr/>
      <dgm:t>
        <a:bodyPr/>
        <a:lstStyle/>
        <a:p>
          <a:r>
            <a:rPr lang="en-GB" dirty="0"/>
            <a:t>Linear Regression</a:t>
          </a:r>
          <a:endParaRPr lang="en-US" dirty="0"/>
        </a:p>
      </dgm:t>
    </dgm:pt>
    <dgm:pt modelId="{6597E349-1EEC-4958-B452-18FD243B4338}" type="parTrans" cxnId="{535E789B-90A2-450D-A6FF-175DA22F0651}">
      <dgm:prSet/>
      <dgm:spPr/>
      <dgm:t>
        <a:bodyPr/>
        <a:lstStyle/>
        <a:p>
          <a:endParaRPr lang="en-US"/>
        </a:p>
      </dgm:t>
    </dgm:pt>
    <dgm:pt modelId="{889293A3-D311-4BFC-A6EF-CCC317C81CA4}" type="sibTrans" cxnId="{535E789B-90A2-450D-A6FF-175DA22F0651}">
      <dgm:prSet/>
      <dgm:spPr/>
      <dgm:t>
        <a:bodyPr/>
        <a:lstStyle/>
        <a:p>
          <a:endParaRPr lang="en-US"/>
        </a:p>
      </dgm:t>
    </dgm:pt>
    <dgm:pt modelId="{BD04BDB2-5353-4EA3-8891-8547B18A3EBC}">
      <dgm:prSet phldrT="[Text]"/>
      <dgm:spPr/>
      <dgm:t>
        <a:bodyPr/>
        <a:lstStyle/>
        <a:p>
          <a:r>
            <a:rPr lang="en-GB" dirty="0"/>
            <a:t>R^2 = 0.907</a:t>
          </a:r>
          <a:endParaRPr lang="en-US" dirty="0"/>
        </a:p>
      </dgm:t>
    </dgm:pt>
    <dgm:pt modelId="{64234790-28A7-4F42-9C72-A49E2D48471D}" type="parTrans" cxnId="{F4C348A7-1570-4B74-877B-FBEE36EA9D0F}">
      <dgm:prSet/>
      <dgm:spPr/>
      <dgm:t>
        <a:bodyPr/>
        <a:lstStyle/>
        <a:p>
          <a:endParaRPr lang="en-US"/>
        </a:p>
      </dgm:t>
    </dgm:pt>
    <dgm:pt modelId="{5CBEC2C8-EBE2-44AD-ABFA-BE7CDA5DB55F}" type="sibTrans" cxnId="{F4C348A7-1570-4B74-877B-FBEE36EA9D0F}">
      <dgm:prSet/>
      <dgm:spPr/>
      <dgm:t>
        <a:bodyPr/>
        <a:lstStyle/>
        <a:p>
          <a:endParaRPr lang="en-US"/>
        </a:p>
      </dgm:t>
    </dgm:pt>
    <dgm:pt modelId="{51D54C7D-8DD8-4375-9580-4A2ABA8EE468}">
      <dgm:prSet phldrT="[Text]"/>
      <dgm:spPr/>
      <dgm:t>
        <a:bodyPr/>
        <a:lstStyle/>
        <a:p>
          <a:r>
            <a:rPr lang="en-GB" dirty="0"/>
            <a:t>A Error= 684.3</a:t>
          </a:r>
          <a:endParaRPr lang="en-US" dirty="0"/>
        </a:p>
      </dgm:t>
    </dgm:pt>
    <dgm:pt modelId="{245BB254-FBE2-4CC5-B4BE-EC47AA55924C}" type="parTrans" cxnId="{3F8AF164-B638-4427-8705-BECD5D0BFFD4}">
      <dgm:prSet/>
      <dgm:spPr/>
      <dgm:t>
        <a:bodyPr/>
        <a:lstStyle/>
        <a:p>
          <a:endParaRPr lang="en-US"/>
        </a:p>
      </dgm:t>
    </dgm:pt>
    <dgm:pt modelId="{1BB145E1-C62C-456E-8DFA-7CF7E2073397}" type="sibTrans" cxnId="{3F8AF164-B638-4427-8705-BECD5D0BFFD4}">
      <dgm:prSet/>
      <dgm:spPr/>
      <dgm:t>
        <a:bodyPr/>
        <a:lstStyle/>
        <a:p>
          <a:endParaRPr lang="en-US"/>
        </a:p>
      </dgm:t>
    </dgm:pt>
    <dgm:pt modelId="{881F33ED-1ACE-4DD6-AB69-5C0C08E4E5B9}">
      <dgm:prSet phldrT="[Text]"/>
      <dgm:spPr/>
      <dgm:t>
        <a:bodyPr/>
        <a:lstStyle/>
        <a:p>
          <a:r>
            <a:rPr lang="en-GB" dirty="0"/>
            <a:t>Decision Tree</a:t>
          </a:r>
          <a:endParaRPr lang="en-US" dirty="0"/>
        </a:p>
      </dgm:t>
    </dgm:pt>
    <dgm:pt modelId="{8B0931A0-DF03-4756-A876-9E8E23121052}" type="parTrans" cxnId="{62917DEA-C764-4210-86FB-9C9BB53B16A1}">
      <dgm:prSet/>
      <dgm:spPr/>
      <dgm:t>
        <a:bodyPr/>
        <a:lstStyle/>
        <a:p>
          <a:endParaRPr lang="en-US"/>
        </a:p>
      </dgm:t>
    </dgm:pt>
    <dgm:pt modelId="{BBEB6799-FD85-46CC-AF94-8DA8F4E3FBB3}" type="sibTrans" cxnId="{62917DEA-C764-4210-86FB-9C9BB53B16A1}">
      <dgm:prSet/>
      <dgm:spPr/>
      <dgm:t>
        <a:bodyPr/>
        <a:lstStyle/>
        <a:p>
          <a:endParaRPr lang="en-US"/>
        </a:p>
      </dgm:t>
    </dgm:pt>
    <dgm:pt modelId="{91AC8D90-46E9-4B35-A9D9-DE3D9A26343B}">
      <dgm:prSet phldrT="[Text]"/>
      <dgm:spPr/>
      <dgm:t>
        <a:bodyPr/>
        <a:lstStyle/>
        <a:p>
          <a:r>
            <a:rPr lang="en-GB" dirty="0"/>
            <a:t>R^2 = 0.014</a:t>
          </a:r>
          <a:endParaRPr lang="en-US" dirty="0"/>
        </a:p>
      </dgm:t>
    </dgm:pt>
    <dgm:pt modelId="{B9867769-E2E8-46BB-85BC-C7795A23C1F5}" type="parTrans" cxnId="{EE6737C2-75F4-4CF2-81EB-12B1EB5AE83A}">
      <dgm:prSet/>
      <dgm:spPr/>
      <dgm:t>
        <a:bodyPr/>
        <a:lstStyle/>
        <a:p>
          <a:endParaRPr lang="en-US"/>
        </a:p>
      </dgm:t>
    </dgm:pt>
    <dgm:pt modelId="{DC9C1EB3-4D88-422A-8D3F-FE20E7E3DA3C}" type="sibTrans" cxnId="{EE6737C2-75F4-4CF2-81EB-12B1EB5AE83A}">
      <dgm:prSet/>
      <dgm:spPr/>
      <dgm:t>
        <a:bodyPr/>
        <a:lstStyle/>
        <a:p>
          <a:endParaRPr lang="en-US"/>
        </a:p>
      </dgm:t>
    </dgm:pt>
    <dgm:pt modelId="{048727C9-BBD2-4F47-80B6-899A69AC0263}">
      <dgm:prSet phldrT="[Text]"/>
      <dgm:spPr/>
      <dgm:t>
        <a:bodyPr/>
        <a:lstStyle/>
        <a:p>
          <a:r>
            <a:rPr lang="en-GB" dirty="0"/>
            <a:t>Random Forest</a:t>
          </a:r>
          <a:endParaRPr lang="en-US" dirty="0"/>
        </a:p>
      </dgm:t>
    </dgm:pt>
    <dgm:pt modelId="{B61A49F4-ABBA-4934-9449-1D1F4978B967}" type="parTrans" cxnId="{1D6E3DC4-89DD-4CAD-94AC-4B1ECB903299}">
      <dgm:prSet/>
      <dgm:spPr/>
      <dgm:t>
        <a:bodyPr/>
        <a:lstStyle/>
        <a:p>
          <a:endParaRPr lang="en-US"/>
        </a:p>
      </dgm:t>
    </dgm:pt>
    <dgm:pt modelId="{8F04BB59-841F-40B8-AECF-15D64FD7B8D7}" type="sibTrans" cxnId="{1D6E3DC4-89DD-4CAD-94AC-4B1ECB903299}">
      <dgm:prSet/>
      <dgm:spPr/>
      <dgm:t>
        <a:bodyPr/>
        <a:lstStyle/>
        <a:p>
          <a:endParaRPr lang="en-US"/>
        </a:p>
      </dgm:t>
    </dgm:pt>
    <dgm:pt modelId="{52B2170B-3E18-431C-8057-8CF03ED2D07B}">
      <dgm:prSet phldrT="[Text]"/>
      <dgm:spPr/>
      <dgm:t>
        <a:bodyPr/>
        <a:lstStyle/>
        <a:p>
          <a:r>
            <a:rPr lang="en-GB" dirty="0"/>
            <a:t>R^2 = 0.877</a:t>
          </a:r>
          <a:endParaRPr lang="en-US" dirty="0"/>
        </a:p>
      </dgm:t>
    </dgm:pt>
    <dgm:pt modelId="{FF3F16E2-6790-44DE-8761-BD74544BA08C}" type="parTrans" cxnId="{05EB67A4-9782-422F-93D4-B2F1E7C67C7D}">
      <dgm:prSet/>
      <dgm:spPr/>
      <dgm:t>
        <a:bodyPr/>
        <a:lstStyle/>
        <a:p>
          <a:endParaRPr lang="en-US"/>
        </a:p>
      </dgm:t>
    </dgm:pt>
    <dgm:pt modelId="{74910AC7-545C-4090-887E-6A75FD50217A}" type="sibTrans" cxnId="{05EB67A4-9782-422F-93D4-B2F1E7C67C7D}">
      <dgm:prSet/>
      <dgm:spPr/>
      <dgm:t>
        <a:bodyPr/>
        <a:lstStyle/>
        <a:p>
          <a:endParaRPr lang="en-US"/>
        </a:p>
      </dgm:t>
    </dgm:pt>
    <dgm:pt modelId="{503B8324-8983-4D9B-A50C-BA06131226FC}">
      <dgm:prSet phldrT="[Text]"/>
      <dgm:spPr/>
      <dgm:t>
        <a:bodyPr/>
        <a:lstStyle/>
        <a:p>
          <a:r>
            <a:rPr lang="en-GB" dirty="0"/>
            <a:t>K-NN</a:t>
          </a:r>
          <a:endParaRPr lang="en-US" dirty="0"/>
        </a:p>
      </dgm:t>
    </dgm:pt>
    <dgm:pt modelId="{B5E2AA32-C3F6-47D2-A57E-1A2EFED9FBCC}" type="parTrans" cxnId="{9277E74E-9AFC-443B-9D57-0783DF447F4F}">
      <dgm:prSet/>
      <dgm:spPr/>
      <dgm:t>
        <a:bodyPr/>
        <a:lstStyle/>
        <a:p>
          <a:endParaRPr lang="en-US"/>
        </a:p>
      </dgm:t>
    </dgm:pt>
    <dgm:pt modelId="{A4F2D832-AB6A-45A0-B0B8-D2FD99B77067}" type="sibTrans" cxnId="{9277E74E-9AFC-443B-9D57-0783DF447F4F}">
      <dgm:prSet/>
      <dgm:spPr/>
      <dgm:t>
        <a:bodyPr/>
        <a:lstStyle/>
        <a:p>
          <a:endParaRPr lang="en-US"/>
        </a:p>
      </dgm:t>
    </dgm:pt>
    <dgm:pt modelId="{88307C7C-5AE4-457C-8FE8-09C2E165859E}">
      <dgm:prSet phldrT="[Text]"/>
      <dgm:spPr/>
      <dgm:t>
        <a:bodyPr/>
        <a:lstStyle/>
        <a:p>
          <a:r>
            <a:rPr lang="en-GB" dirty="0"/>
            <a:t>RMSE=993.959</a:t>
          </a:r>
          <a:endParaRPr lang="en-US" dirty="0"/>
        </a:p>
      </dgm:t>
    </dgm:pt>
    <dgm:pt modelId="{1DE75209-1EDB-4854-84CA-CA29E66C9BD3}" type="parTrans" cxnId="{C3A3A175-2BDB-4946-979D-47535EC7B94D}">
      <dgm:prSet/>
      <dgm:spPr/>
      <dgm:t>
        <a:bodyPr/>
        <a:lstStyle/>
        <a:p>
          <a:endParaRPr lang="en-US"/>
        </a:p>
      </dgm:t>
    </dgm:pt>
    <dgm:pt modelId="{49A70E59-530A-4B45-8968-B37FF25DDC3D}" type="sibTrans" cxnId="{C3A3A175-2BDB-4946-979D-47535EC7B94D}">
      <dgm:prSet/>
      <dgm:spPr/>
      <dgm:t>
        <a:bodyPr/>
        <a:lstStyle/>
        <a:p>
          <a:endParaRPr lang="en-US"/>
        </a:p>
      </dgm:t>
    </dgm:pt>
    <dgm:pt modelId="{F4842EEA-A83E-49C4-8E5C-CFC3C2D42E87}">
      <dgm:prSet/>
      <dgm:spPr/>
      <dgm:t>
        <a:bodyPr/>
        <a:lstStyle/>
        <a:p>
          <a:r>
            <a:rPr lang="en-GB" dirty="0"/>
            <a:t>RMSE=3575.71</a:t>
          </a:r>
          <a:endParaRPr lang="en-US" dirty="0"/>
        </a:p>
      </dgm:t>
    </dgm:pt>
    <dgm:pt modelId="{72C83C1C-505F-4E0F-A0BA-130A25FED319}" type="parTrans" cxnId="{60FA6DA5-DF73-460D-8408-74DB85E41CD3}">
      <dgm:prSet/>
      <dgm:spPr/>
      <dgm:t>
        <a:bodyPr/>
        <a:lstStyle/>
        <a:p>
          <a:endParaRPr lang="en-US"/>
        </a:p>
      </dgm:t>
    </dgm:pt>
    <dgm:pt modelId="{CD0BA101-D23D-4CF6-88EE-B04B01682160}" type="sibTrans" cxnId="{60FA6DA5-DF73-460D-8408-74DB85E41CD3}">
      <dgm:prSet/>
      <dgm:spPr/>
      <dgm:t>
        <a:bodyPr/>
        <a:lstStyle/>
        <a:p>
          <a:endParaRPr lang="en-US"/>
        </a:p>
      </dgm:t>
    </dgm:pt>
    <dgm:pt modelId="{CF45646F-9ACC-4728-81EF-B699A4EB9459}">
      <dgm:prSet/>
      <dgm:spPr/>
      <dgm:t>
        <a:bodyPr/>
        <a:lstStyle/>
        <a:p>
          <a:r>
            <a:rPr lang="en-GB" dirty="0"/>
            <a:t>A Error= 1998.3</a:t>
          </a:r>
          <a:endParaRPr lang="en-US" dirty="0"/>
        </a:p>
      </dgm:t>
    </dgm:pt>
    <dgm:pt modelId="{61906F43-FAE5-4768-891F-9F4022C25D6F}" type="parTrans" cxnId="{46AACCBE-AD9C-4EC7-BC3D-6CAE7D1AA1C4}">
      <dgm:prSet/>
      <dgm:spPr/>
      <dgm:t>
        <a:bodyPr/>
        <a:lstStyle/>
        <a:p>
          <a:endParaRPr lang="en-US"/>
        </a:p>
      </dgm:t>
    </dgm:pt>
    <dgm:pt modelId="{6E232898-6CF6-4B6E-BF9D-D71A8687779A}" type="sibTrans" cxnId="{46AACCBE-AD9C-4EC7-BC3D-6CAE7D1AA1C4}">
      <dgm:prSet/>
      <dgm:spPr/>
      <dgm:t>
        <a:bodyPr/>
        <a:lstStyle/>
        <a:p>
          <a:endParaRPr lang="en-US"/>
        </a:p>
      </dgm:t>
    </dgm:pt>
    <dgm:pt modelId="{CB77056B-080C-492E-BB0B-46E3FC952ECF}">
      <dgm:prSet/>
      <dgm:spPr/>
      <dgm:t>
        <a:bodyPr/>
        <a:lstStyle/>
        <a:p>
          <a:r>
            <a:rPr lang="en-GB" dirty="0"/>
            <a:t>RMSE=1126.3</a:t>
          </a:r>
          <a:endParaRPr lang="en-US" dirty="0"/>
        </a:p>
      </dgm:t>
    </dgm:pt>
    <dgm:pt modelId="{8BA61789-023F-46D7-848C-0C7B58A6491A}" type="parTrans" cxnId="{17E0A8DE-D436-4422-9F73-C56F89C0CA8F}">
      <dgm:prSet/>
      <dgm:spPr/>
      <dgm:t>
        <a:bodyPr/>
        <a:lstStyle/>
        <a:p>
          <a:endParaRPr lang="en-US"/>
        </a:p>
      </dgm:t>
    </dgm:pt>
    <dgm:pt modelId="{4467FB33-2520-42FE-BCF0-BA64F2A45E27}" type="sibTrans" cxnId="{17E0A8DE-D436-4422-9F73-C56F89C0CA8F}">
      <dgm:prSet/>
      <dgm:spPr/>
      <dgm:t>
        <a:bodyPr/>
        <a:lstStyle/>
        <a:p>
          <a:endParaRPr lang="en-US"/>
        </a:p>
      </dgm:t>
    </dgm:pt>
    <dgm:pt modelId="{B8FE61E8-77E1-4FA9-BA80-CABD400F73E3}">
      <dgm:prSet/>
      <dgm:spPr/>
      <dgm:t>
        <a:bodyPr/>
        <a:lstStyle/>
        <a:p>
          <a:r>
            <a:rPr lang="en-GB" dirty="0"/>
            <a:t>A Error= 846.5</a:t>
          </a:r>
          <a:endParaRPr lang="en-US" dirty="0"/>
        </a:p>
      </dgm:t>
    </dgm:pt>
    <dgm:pt modelId="{C7670775-55D5-4DFE-9A2F-3E0807842B1A}" type="parTrans" cxnId="{2FC8DE15-C1BD-444F-8E30-CAD1D590828D}">
      <dgm:prSet/>
      <dgm:spPr/>
      <dgm:t>
        <a:bodyPr/>
        <a:lstStyle/>
        <a:p>
          <a:endParaRPr lang="en-US"/>
        </a:p>
      </dgm:t>
    </dgm:pt>
    <dgm:pt modelId="{2A6F8A75-73BA-40E5-A4ED-6B8EE68AE5DB}" type="sibTrans" cxnId="{2FC8DE15-C1BD-444F-8E30-CAD1D590828D}">
      <dgm:prSet/>
      <dgm:spPr/>
      <dgm:t>
        <a:bodyPr/>
        <a:lstStyle/>
        <a:p>
          <a:endParaRPr lang="en-US"/>
        </a:p>
      </dgm:t>
    </dgm:pt>
    <dgm:pt modelId="{50D99187-9FD9-4903-99D1-CDB7B7439CB8}">
      <dgm:prSet/>
      <dgm:spPr/>
      <dgm:t>
        <a:bodyPr/>
        <a:lstStyle/>
        <a:p>
          <a:r>
            <a:rPr lang="en-GB" dirty="0"/>
            <a:t>R^2 = 0.94</a:t>
          </a:r>
          <a:endParaRPr lang="en-US" dirty="0"/>
        </a:p>
      </dgm:t>
    </dgm:pt>
    <dgm:pt modelId="{4BE27CF2-74AB-40DD-A4DC-76DA63B30F16}" type="parTrans" cxnId="{33BC39A1-E6E6-4556-8DEE-47C20EF89355}">
      <dgm:prSet/>
      <dgm:spPr/>
      <dgm:t>
        <a:bodyPr/>
        <a:lstStyle/>
        <a:p>
          <a:endParaRPr lang="en-US"/>
        </a:p>
      </dgm:t>
    </dgm:pt>
    <dgm:pt modelId="{5CAC286B-6D12-4940-A2C9-724D59A889E1}" type="sibTrans" cxnId="{33BC39A1-E6E6-4556-8DEE-47C20EF89355}">
      <dgm:prSet/>
      <dgm:spPr/>
      <dgm:t>
        <a:bodyPr/>
        <a:lstStyle/>
        <a:p>
          <a:endParaRPr lang="en-US"/>
        </a:p>
      </dgm:t>
    </dgm:pt>
    <dgm:pt modelId="{C389FBAE-1B8B-4AAF-996D-81A11D4DCDC6}">
      <dgm:prSet/>
      <dgm:spPr/>
      <dgm:t>
        <a:bodyPr/>
        <a:lstStyle/>
        <a:p>
          <a:r>
            <a:rPr lang="en-GB" dirty="0"/>
            <a:t>RMSE=710.34</a:t>
          </a:r>
          <a:endParaRPr lang="en-US" dirty="0"/>
        </a:p>
      </dgm:t>
    </dgm:pt>
    <dgm:pt modelId="{54E773EB-624A-4D75-8D74-4E9BA3776080}" type="parTrans" cxnId="{5F5928E5-074F-453E-A2AE-E7E3048C8E0B}">
      <dgm:prSet/>
      <dgm:spPr/>
      <dgm:t>
        <a:bodyPr/>
        <a:lstStyle/>
        <a:p>
          <a:endParaRPr lang="en-US"/>
        </a:p>
      </dgm:t>
    </dgm:pt>
    <dgm:pt modelId="{EBAD6472-3E18-403D-8924-E022E3AD0288}" type="sibTrans" cxnId="{5F5928E5-074F-453E-A2AE-E7E3048C8E0B}">
      <dgm:prSet/>
      <dgm:spPr/>
      <dgm:t>
        <a:bodyPr/>
        <a:lstStyle/>
        <a:p>
          <a:endParaRPr lang="en-US"/>
        </a:p>
      </dgm:t>
    </dgm:pt>
    <dgm:pt modelId="{E3D75CF5-7909-485D-9E6E-6DDF631567F2}">
      <dgm:prSet/>
      <dgm:spPr/>
      <dgm:t>
        <a:bodyPr/>
        <a:lstStyle/>
        <a:p>
          <a:r>
            <a:rPr lang="en-GB" dirty="0"/>
            <a:t>A Error= 593.8</a:t>
          </a:r>
          <a:endParaRPr lang="en-US" dirty="0"/>
        </a:p>
      </dgm:t>
    </dgm:pt>
    <dgm:pt modelId="{5E9F571B-4765-4B11-8479-7044A5439CE2}" type="parTrans" cxnId="{6FF921FB-FDF5-4855-BBB9-5F3F1A692FEB}">
      <dgm:prSet/>
      <dgm:spPr/>
      <dgm:t>
        <a:bodyPr/>
        <a:lstStyle/>
        <a:p>
          <a:endParaRPr lang="en-US"/>
        </a:p>
      </dgm:t>
    </dgm:pt>
    <dgm:pt modelId="{F5531CEE-F01F-4894-843B-D9296A59A218}" type="sibTrans" cxnId="{6FF921FB-FDF5-4855-BBB9-5F3F1A692FEB}">
      <dgm:prSet/>
      <dgm:spPr/>
      <dgm:t>
        <a:bodyPr/>
        <a:lstStyle/>
        <a:p>
          <a:endParaRPr lang="en-US"/>
        </a:p>
      </dgm:t>
    </dgm:pt>
    <dgm:pt modelId="{29B3C6D8-7BC0-479F-ADD8-1B2B9219B23A}" type="pres">
      <dgm:prSet presAssocID="{53E8C55D-3690-4907-BC5E-0700484FD324}" presName="Name0" presStyleCnt="0">
        <dgm:presLayoutVars>
          <dgm:dir/>
          <dgm:animLvl val="lvl"/>
          <dgm:resizeHandles val="exact"/>
        </dgm:presLayoutVars>
      </dgm:prSet>
      <dgm:spPr/>
    </dgm:pt>
    <dgm:pt modelId="{7D5B2469-958F-44CF-B50E-5DE1E764555E}" type="pres">
      <dgm:prSet presAssocID="{273CB29F-13C6-4F54-B8A3-A2A32E5861AE}" presName="composite" presStyleCnt="0"/>
      <dgm:spPr/>
    </dgm:pt>
    <dgm:pt modelId="{AC2A6010-28DF-490D-B656-421D36DC3C8E}" type="pres">
      <dgm:prSet presAssocID="{273CB29F-13C6-4F54-B8A3-A2A32E5861AE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0678E51-AE1E-4C2F-B902-D3F180FF2E5F}" type="pres">
      <dgm:prSet presAssocID="{273CB29F-13C6-4F54-B8A3-A2A32E5861AE}" presName="desTx" presStyleLbl="alignAccFollowNode1" presStyleIdx="0" presStyleCnt="4">
        <dgm:presLayoutVars>
          <dgm:bulletEnabled val="1"/>
        </dgm:presLayoutVars>
      </dgm:prSet>
      <dgm:spPr/>
    </dgm:pt>
    <dgm:pt modelId="{E55358ED-C3DA-4605-A6B0-0925A92FD30D}" type="pres">
      <dgm:prSet presAssocID="{889293A3-D311-4BFC-A6EF-CCC317C81CA4}" presName="space" presStyleCnt="0"/>
      <dgm:spPr/>
    </dgm:pt>
    <dgm:pt modelId="{054D0682-F3E0-4A8D-BEEE-136BAED0E733}" type="pres">
      <dgm:prSet presAssocID="{881F33ED-1ACE-4DD6-AB69-5C0C08E4E5B9}" presName="composite" presStyleCnt="0"/>
      <dgm:spPr/>
    </dgm:pt>
    <dgm:pt modelId="{453F0C43-2FA3-4838-B90A-CEEAB825DD15}" type="pres">
      <dgm:prSet presAssocID="{881F33ED-1ACE-4DD6-AB69-5C0C08E4E5B9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C7A3644-9668-4E3F-8E5F-EF3A783AADDA}" type="pres">
      <dgm:prSet presAssocID="{881F33ED-1ACE-4DD6-AB69-5C0C08E4E5B9}" presName="desTx" presStyleLbl="alignAccFollowNode1" presStyleIdx="1" presStyleCnt="4">
        <dgm:presLayoutVars>
          <dgm:bulletEnabled val="1"/>
        </dgm:presLayoutVars>
      </dgm:prSet>
      <dgm:spPr/>
    </dgm:pt>
    <dgm:pt modelId="{DCE969D3-0082-4AD8-B82B-6998936D4321}" type="pres">
      <dgm:prSet presAssocID="{BBEB6799-FD85-46CC-AF94-8DA8F4E3FBB3}" presName="space" presStyleCnt="0"/>
      <dgm:spPr/>
    </dgm:pt>
    <dgm:pt modelId="{E131259A-0609-4015-B195-CEF322BA2CDE}" type="pres">
      <dgm:prSet presAssocID="{048727C9-BBD2-4F47-80B6-899A69AC0263}" presName="composite" presStyleCnt="0"/>
      <dgm:spPr/>
    </dgm:pt>
    <dgm:pt modelId="{4F187D75-FC3C-45E4-BA6E-60A66A06FF08}" type="pres">
      <dgm:prSet presAssocID="{048727C9-BBD2-4F47-80B6-899A69AC026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197D2038-DF9E-4304-B1D1-8727974DBAA3}" type="pres">
      <dgm:prSet presAssocID="{048727C9-BBD2-4F47-80B6-899A69AC0263}" presName="desTx" presStyleLbl="alignAccFollowNode1" presStyleIdx="2" presStyleCnt="4">
        <dgm:presLayoutVars>
          <dgm:bulletEnabled val="1"/>
        </dgm:presLayoutVars>
      </dgm:prSet>
      <dgm:spPr/>
    </dgm:pt>
    <dgm:pt modelId="{C3AB73B2-EFF9-46DC-ABD8-FDA9C183D9CC}" type="pres">
      <dgm:prSet presAssocID="{8F04BB59-841F-40B8-AECF-15D64FD7B8D7}" presName="space" presStyleCnt="0"/>
      <dgm:spPr/>
    </dgm:pt>
    <dgm:pt modelId="{EDAC9428-440B-4B74-9156-140E250F5002}" type="pres">
      <dgm:prSet presAssocID="{503B8324-8983-4D9B-A50C-BA06131226FC}" presName="composite" presStyleCnt="0"/>
      <dgm:spPr/>
    </dgm:pt>
    <dgm:pt modelId="{01FC6E25-67F3-466D-A575-067A6C9A6529}" type="pres">
      <dgm:prSet presAssocID="{503B8324-8983-4D9B-A50C-BA06131226FC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947CED4-9F92-4EC5-AF59-785E7D25BC39}" type="pres">
      <dgm:prSet presAssocID="{503B8324-8983-4D9B-A50C-BA06131226FC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78DBB0D-DB08-44BF-866D-070DF5D2D6D1}" type="presOf" srcId="{88307C7C-5AE4-457C-8FE8-09C2E165859E}" destId="{30678E51-AE1E-4C2F-B902-D3F180FF2E5F}" srcOrd="0" destOrd="1" presId="urn:microsoft.com/office/officeart/2005/8/layout/hList1"/>
    <dgm:cxn modelId="{D466650E-ED0F-43A8-B601-3591AB5A109D}" type="presOf" srcId="{52B2170B-3E18-431C-8057-8CF03ED2D07B}" destId="{197D2038-DF9E-4304-B1D1-8727974DBAA3}" srcOrd="0" destOrd="0" presId="urn:microsoft.com/office/officeart/2005/8/layout/hList1"/>
    <dgm:cxn modelId="{2FC8DE15-C1BD-444F-8E30-CAD1D590828D}" srcId="{048727C9-BBD2-4F47-80B6-899A69AC0263}" destId="{B8FE61E8-77E1-4FA9-BA80-CABD400F73E3}" srcOrd="2" destOrd="0" parTransId="{C7670775-55D5-4DFE-9A2F-3E0807842B1A}" sibTransId="{2A6F8A75-73BA-40E5-A4ED-6B8EE68AE5DB}"/>
    <dgm:cxn modelId="{196A4417-46E4-4D3A-999E-9E4548D0A1DD}" type="presOf" srcId="{C389FBAE-1B8B-4AAF-996D-81A11D4DCDC6}" destId="{F947CED4-9F92-4EC5-AF59-785E7D25BC39}" srcOrd="0" destOrd="1" presId="urn:microsoft.com/office/officeart/2005/8/layout/hList1"/>
    <dgm:cxn modelId="{A733CB2E-7360-4845-BC4B-54877521F5AE}" type="presOf" srcId="{BD04BDB2-5353-4EA3-8891-8547B18A3EBC}" destId="{30678E51-AE1E-4C2F-B902-D3F180FF2E5F}" srcOrd="0" destOrd="0" presId="urn:microsoft.com/office/officeart/2005/8/layout/hList1"/>
    <dgm:cxn modelId="{28B2D35F-389C-45B5-921D-FE74B3EA10FF}" type="presOf" srcId="{CF45646F-9ACC-4728-81EF-B699A4EB9459}" destId="{8C7A3644-9668-4E3F-8E5F-EF3A783AADDA}" srcOrd="0" destOrd="2" presId="urn:microsoft.com/office/officeart/2005/8/layout/hList1"/>
    <dgm:cxn modelId="{CDA3F05F-A30A-40A3-9659-F402A1DC6F89}" type="presOf" srcId="{881F33ED-1ACE-4DD6-AB69-5C0C08E4E5B9}" destId="{453F0C43-2FA3-4838-B90A-CEEAB825DD15}" srcOrd="0" destOrd="0" presId="urn:microsoft.com/office/officeart/2005/8/layout/hList1"/>
    <dgm:cxn modelId="{D0801C60-ED93-4A39-B967-23F4F0CCF856}" type="presOf" srcId="{53E8C55D-3690-4907-BC5E-0700484FD324}" destId="{29B3C6D8-7BC0-479F-ADD8-1B2B9219B23A}" srcOrd="0" destOrd="0" presId="urn:microsoft.com/office/officeart/2005/8/layout/hList1"/>
    <dgm:cxn modelId="{3F8AF164-B638-4427-8705-BECD5D0BFFD4}" srcId="{273CB29F-13C6-4F54-B8A3-A2A32E5861AE}" destId="{51D54C7D-8DD8-4375-9580-4A2ABA8EE468}" srcOrd="2" destOrd="0" parTransId="{245BB254-FBE2-4CC5-B4BE-EC47AA55924C}" sibTransId="{1BB145E1-C62C-456E-8DFA-7CF7E2073397}"/>
    <dgm:cxn modelId="{E6A27D4A-F14C-4CAE-B735-FBF9D9ADEEC6}" type="presOf" srcId="{503B8324-8983-4D9B-A50C-BA06131226FC}" destId="{01FC6E25-67F3-466D-A575-067A6C9A6529}" srcOrd="0" destOrd="0" presId="urn:microsoft.com/office/officeart/2005/8/layout/hList1"/>
    <dgm:cxn modelId="{AF067F6B-5C37-4870-9AC5-52FF9EB56899}" type="presOf" srcId="{048727C9-BBD2-4F47-80B6-899A69AC0263}" destId="{4F187D75-FC3C-45E4-BA6E-60A66A06FF08}" srcOrd="0" destOrd="0" presId="urn:microsoft.com/office/officeart/2005/8/layout/hList1"/>
    <dgm:cxn modelId="{9277E74E-9AFC-443B-9D57-0783DF447F4F}" srcId="{53E8C55D-3690-4907-BC5E-0700484FD324}" destId="{503B8324-8983-4D9B-A50C-BA06131226FC}" srcOrd="3" destOrd="0" parTransId="{B5E2AA32-C3F6-47D2-A57E-1A2EFED9FBCC}" sibTransId="{A4F2D832-AB6A-45A0-B0B8-D2FD99B77067}"/>
    <dgm:cxn modelId="{C3A3A175-2BDB-4946-979D-47535EC7B94D}" srcId="{273CB29F-13C6-4F54-B8A3-A2A32E5861AE}" destId="{88307C7C-5AE4-457C-8FE8-09C2E165859E}" srcOrd="1" destOrd="0" parTransId="{1DE75209-1EDB-4854-84CA-CA29E66C9BD3}" sibTransId="{49A70E59-530A-4B45-8968-B37FF25DDC3D}"/>
    <dgm:cxn modelId="{A555EC89-F7B1-45F9-96B4-5A8F60BD552D}" type="presOf" srcId="{CB77056B-080C-492E-BB0B-46E3FC952ECF}" destId="{197D2038-DF9E-4304-B1D1-8727974DBAA3}" srcOrd="0" destOrd="1" presId="urn:microsoft.com/office/officeart/2005/8/layout/hList1"/>
    <dgm:cxn modelId="{C67DB28D-9BFB-4D91-96F7-C9FDB34A50D2}" type="presOf" srcId="{F4842EEA-A83E-49C4-8E5C-CFC3C2D42E87}" destId="{8C7A3644-9668-4E3F-8E5F-EF3A783AADDA}" srcOrd="0" destOrd="1" presId="urn:microsoft.com/office/officeart/2005/8/layout/hList1"/>
    <dgm:cxn modelId="{B4CED08D-0A5B-4EDD-96F9-A381E9E5DBB8}" type="presOf" srcId="{E3D75CF5-7909-485D-9E6E-6DDF631567F2}" destId="{F947CED4-9F92-4EC5-AF59-785E7D25BC39}" srcOrd="0" destOrd="2" presId="urn:microsoft.com/office/officeart/2005/8/layout/hList1"/>
    <dgm:cxn modelId="{535E789B-90A2-450D-A6FF-175DA22F0651}" srcId="{53E8C55D-3690-4907-BC5E-0700484FD324}" destId="{273CB29F-13C6-4F54-B8A3-A2A32E5861AE}" srcOrd="0" destOrd="0" parTransId="{6597E349-1EEC-4958-B452-18FD243B4338}" sibTransId="{889293A3-D311-4BFC-A6EF-CCC317C81CA4}"/>
    <dgm:cxn modelId="{33BC39A1-E6E6-4556-8DEE-47C20EF89355}" srcId="{503B8324-8983-4D9B-A50C-BA06131226FC}" destId="{50D99187-9FD9-4903-99D1-CDB7B7439CB8}" srcOrd="0" destOrd="0" parTransId="{4BE27CF2-74AB-40DD-A4DC-76DA63B30F16}" sibTransId="{5CAC286B-6D12-4940-A2C9-724D59A889E1}"/>
    <dgm:cxn modelId="{FBEAEDA1-0056-4CF5-8889-18D30D2029E7}" type="presOf" srcId="{B8FE61E8-77E1-4FA9-BA80-CABD400F73E3}" destId="{197D2038-DF9E-4304-B1D1-8727974DBAA3}" srcOrd="0" destOrd="2" presId="urn:microsoft.com/office/officeart/2005/8/layout/hList1"/>
    <dgm:cxn modelId="{05EB67A4-9782-422F-93D4-B2F1E7C67C7D}" srcId="{048727C9-BBD2-4F47-80B6-899A69AC0263}" destId="{52B2170B-3E18-431C-8057-8CF03ED2D07B}" srcOrd="0" destOrd="0" parTransId="{FF3F16E2-6790-44DE-8761-BD74544BA08C}" sibTransId="{74910AC7-545C-4090-887E-6A75FD50217A}"/>
    <dgm:cxn modelId="{60FA6DA5-DF73-460D-8408-74DB85E41CD3}" srcId="{881F33ED-1ACE-4DD6-AB69-5C0C08E4E5B9}" destId="{F4842EEA-A83E-49C4-8E5C-CFC3C2D42E87}" srcOrd="1" destOrd="0" parTransId="{72C83C1C-505F-4E0F-A0BA-130A25FED319}" sibTransId="{CD0BA101-D23D-4CF6-88EE-B04B01682160}"/>
    <dgm:cxn modelId="{F4C348A7-1570-4B74-877B-FBEE36EA9D0F}" srcId="{273CB29F-13C6-4F54-B8A3-A2A32E5861AE}" destId="{BD04BDB2-5353-4EA3-8891-8547B18A3EBC}" srcOrd="0" destOrd="0" parTransId="{64234790-28A7-4F42-9C72-A49E2D48471D}" sibTransId="{5CBEC2C8-EBE2-44AD-ABFA-BE7CDA5DB55F}"/>
    <dgm:cxn modelId="{DC4D99B2-75FA-4180-87E1-229FE317DBD8}" type="presOf" srcId="{273CB29F-13C6-4F54-B8A3-A2A32E5861AE}" destId="{AC2A6010-28DF-490D-B656-421D36DC3C8E}" srcOrd="0" destOrd="0" presId="urn:microsoft.com/office/officeart/2005/8/layout/hList1"/>
    <dgm:cxn modelId="{46AACCBE-AD9C-4EC7-BC3D-6CAE7D1AA1C4}" srcId="{881F33ED-1ACE-4DD6-AB69-5C0C08E4E5B9}" destId="{CF45646F-9ACC-4728-81EF-B699A4EB9459}" srcOrd="2" destOrd="0" parTransId="{61906F43-FAE5-4768-891F-9F4022C25D6F}" sibTransId="{6E232898-6CF6-4B6E-BF9D-D71A8687779A}"/>
    <dgm:cxn modelId="{BFE5FCBF-5D68-4763-B180-1EB3630EE9D1}" type="presOf" srcId="{91AC8D90-46E9-4B35-A9D9-DE3D9A26343B}" destId="{8C7A3644-9668-4E3F-8E5F-EF3A783AADDA}" srcOrd="0" destOrd="0" presId="urn:microsoft.com/office/officeart/2005/8/layout/hList1"/>
    <dgm:cxn modelId="{EE6737C2-75F4-4CF2-81EB-12B1EB5AE83A}" srcId="{881F33ED-1ACE-4DD6-AB69-5C0C08E4E5B9}" destId="{91AC8D90-46E9-4B35-A9D9-DE3D9A26343B}" srcOrd="0" destOrd="0" parTransId="{B9867769-E2E8-46BB-85BC-C7795A23C1F5}" sibTransId="{DC9C1EB3-4D88-422A-8D3F-FE20E7E3DA3C}"/>
    <dgm:cxn modelId="{1D6E3DC4-89DD-4CAD-94AC-4B1ECB903299}" srcId="{53E8C55D-3690-4907-BC5E-0700484FD324}" destId="{048727C9-BBD2-4F47-80B6-899A69AC0263}" srcOrd="2" destOrd="0" parTransId="{B61A49F4-ABBA-4934-9449-1D1F4978B967}" sibTransId="{8F04BB59-841F-40B8-AECF-15D64FD7B8D7}"/>
    <dgm:cxn modelId="{787731D6-E3C2-49D2-89FB-1A49EE8DA263}" type="presOf" srcId="{50D99187-9FD9-4903-99D1-CDB7B7439CB8}" destId="{F947CED4-9F92-4EC5-AF59-785E7D25BC39}" srcOrd="0" destOrd="0" presId="urn:microsoft.com/office/officeart/2005/8/layout/hList1"/>
    <dgm:cxn modelId="{17E0A8DE-D436-4422-9F73-C56F89C0CA8F}" srcId="{048727C9-BBD2-4F47-80B6-899A69AC0263}" destId="{CB77056B-080C-492E-BB0B-46E3FC952ECF}" srcOrd="1" destOrd="0" parTransId="{8BA61789-023F-46D7-848C-0C7B58A6491A}" sibTransId="{4467FB33-2520-42FE-BCF0-BA64F2A45E27}"/>
    <dgm:cxn modelId="{5F5928E5-074F-453E-A2AE-E7E3048C8E0B}" srcId="{503B8324-8983-4D9B-A50C-BA06131226FC}" destId="{C389FBAE-1B8B-4AAF-996D-81A11D4DCDC6}" srcOrd="1" destOrd="0" parTransId="{54E773EB-624A-4D75-8D74-4E9BA3776080}" sibTransId="{EBAD6472-3E18-403D-8924-E022E3AD0288}"/>
    <dgm:cxn modelId="{62917DEA-C764-4210-86FB-9C9BB53B16A1}" srcId="{53E8C55D-3690-4907-BC5E-0700484FD324}" destId="{881F33ED-1ACE-4DD6-AB69-5C0C08E4E5B9}" srcOrd="1" destOrd="0" parTransId="{8B0931A0-DF03-4756-A876-9E8E23121052}" sibTransId="{BBEB6799-FD85-46CC-AF94-8DA8F4E3FBB3}"/>
    <dgm:cxn modelId="{6FF921FB-FDF5-4855-BBB9-5F3F1A692FEB}" srcId="{503B8324-8983-4D9B-A50C-BA06131226FC}" destId="{E3D75CF5-7909-485D-9E6E-6DDF631567F2}" srcOrd="2" destOrd="0" parTransId="{5E9F571B-4765-4B11-8479-7044A5439CE2}" sibTransId="{F5531CEE-F01F-4894-843B-D9296A59A218}"/>
    <dgm:cxn modelId="{9FDCC1FB-6819-4B12-BDBF-23DD736D5776}" type="presOf" srcId="{51D54C7D-8DD8-4375-9580-4A2ABA8EE468}" destId="{30678E51-AE1E-4C2F-B902-D3F180FF2E5F}" srcOrd="0" destOrd="2" presId="urn:microsoft.com/office/officeart/2005/8/layout/hList1"/>
    <dgm:cxn modelId="{36989788-B06D-4F66-9711-1CCE62451A84}" type="presParOf" srcId="{29B3C6D8-7BC0-479F-ADD8-1B2B9219B23A}" destId="{7D5B2469-958F-44CF-B50E-5DE1E764555E}" srcOrd="0" destOrd="0" presId="urn:microsoft.com/office/officeart/2005/8/layout/hList1"/>
    <dgm:cxn modelId="{4B5D9B18-BF71-4A06-B484-2034342929AF}" type="presParOf" srcId="{7D5B2469-958F-44CF-B50E-5DE1E764555E}" destId="{AC2A6010-28DF-490D-B656-421D36DC3C8E}" srcOrd="0" destOrd="0" presId="urn:microsoft.com/office/officeart/2005/8/layout/hList1"/>
    <dgm:cxn modelId="{166F7153-A9C0-4E6E-B375-A33CD6A26BF8}" type="presParOf" srcId="{7D5B2469-958F-44CF-B50E-5DE1E764555E}" destId="{30678E51-AE1E-4C2F-B902-D3F180FF2E5F}" srcOrd="1" destOrd="0" presId="urn:microsoft.com/office/officeart/2005/8/layout/hList1"/>
    <dgm:cxn modelId="{6A3358C9-F0A4-40AB-A6A6-BB1AC78283CB}" type="presParOf" srcId="{29B3C6D8-7BC0-479F-ADD8-1B2B9219B23A}" destId="{E55358ED-C3DA-4605-A6B0-0925A92FD30D}" srcOrd="1" destOrd="0" presId="urn:microsoft.com/office/officeart/2005/8/layout/hList1"/>
    <dgm:cxn modelId="{F7ED1977-E012-420F-9FB8-943B028795A8}" type="presParOf" srcId="{29B3C6D8-7BC0-479F-ADD8-1B2B9219B23A}" destId="{054D0682-F3E0-4A8D-BEEE-136BAED0E733}" srcOrd="2" destOrd="0" presId="urn:microsoft.com/office/officeart/2005/8/layout/hList1"/>
    <dgm:cxn modelId="{1C37B59A-2E91-4F09-926D-B52B25F37301}" type="presParOf" srcId="{054D0682-F3E0-4A8D-BEEE-136BAED0E733}" destId="{453F0C43-2FA3-4838-B90A-CEEAB825DD15}" srcOrd="0" destOrd="0" presId="urn:microsoft.com/office/officeart/2005/8/layout/hList1"/>
    <dgm:cxn modelId="{FEFB3F54-0EA2-46A6-8A40-E119B09CF509}" type="presParOf" srcId="{054D0682-F3E0-4A8D-BEEE-136BAED0E733}" destId="{8C7A3644-9668-4E3F-8E5F-EF3A783AADDA}" srcOrd="1" destOrd="0" presId="urn:microsoft.com/office/officeart/2005/8/layout/hList1"/>
    <dgm:cxn modelId="{EDAA971F-6FA7-456E-8FDF-D1B4AE0AC67F}" type="presParOf" srcId="{29B3C6D8-7BC0-479F-ADD8-1B2B9219B23A}" destId="{DCE969D3-0082-4AD8-B82B-6998936D4321}" srcOrd="3" destOrd="0" presId="urn:microsoft.com/office/officeart/2005/8/layout/hList1"/>
    <dgm:cxn modelId="{E093420E-DBB3-449F-82F3-70467E08C959}" type="presParOf" srcId="{29B3C6D8-7BC0-479F-ADD8-1B2B9219B23A}" destId="{E131259A-0609-4015-B195-CEF322BA2CDE}" srcOrd="4" destOrd="0" presId="urn:microsoft.com/office/officeart/2005/8/layout/hList1"/>
    <dgm:cxn modelId="{7F5BC1FF-8C78-4E6A-A6C7-99BEB3A81973}" type="presParOf" srcId="{E131259A-0609-4015-B195-CEF322BA2CDE}" destId="{4F187D75-FC3C-45E4-BA6E-60A66A06FF08}" srcOrd="0" destOrd="0" presId="urn:microsoft.com/office/officeart/2005/8/layout/hList1"/>
    <dgm:cxn modelId="{3BAFE7B9-D1F1-49B4-ACB8-E1DBD1094296}" type="presParOf" srcId="{E131259A-0609-4015-B195-CEF322BA2CDE}" destId="{197D2038-DF9E-4304-B1D1-8727974DBAA3}" srcOrd="1" destOrd="0" presId="urn:microsoft.com/office/officeart/2005/8/layout/hList1"/>
    <dgm:cxn modelId="{88C6E14E-AB22-4805-9BC1-7C47C6E3A12D}" type="presParOf" srcId="{29B3C6D8-7BC0-479F-ADD8-1B2B9219B23A}" destId="{C3AB73B2-EFF9-46DC-ABD8-FDA9C183D9CC}" srcOrd="5" destOrd="0" presId="urn:microsoft.com/office/officeart/2005/8/layout/hList1"/>
    <dgm:cxn modelId="{056E02DA-5A4B-4A35-ADD7-0024D5C44E28}" type="presParOf" srcId="{29B3C6D8-7BC0-479F-ADD8-1B2B9219B23A}" destId="{EDAC9428-440B-4B74-9156-140E250F5002}" srcOrd="6" destOrd="0" presId="urn:microsoft.com/office/officeart/2005/8/layout/hList1"/>
    <dgm:cxn modelId="{F1BE9F2B-53A3-423E-9CFE-C93742D91E44}" type="presParOf" srcId="{EDAC9428-440B-4B74-9156-140E250F5002}" destId="{01FC6E25-67F3-466D-A575-067A6C9A6529}" srcOrd="0" destOrd="0" presId="urn:microsoft.com/office/officeart/2005/8/layout/hList1"/>
    <dgm:cxn modelId="{DC504D53-3560-4B43-B19F-4BDC3151E56A}" type="presParOf" srcId="{EDAC9428-440B-4B74-9156-140E250F5002}" destId="{F947CED4-9F92-4EC5-AF59-785E7D25BC3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251EE-F450-4AAF-8848-050C0D7027E4}">
      <dsp:nvSpPr>
        <dsp:cNvPr id="0" name=""/>
        <dsp:cNvSpPr/>
      </dsp:nvSpPr>
      <dsp:spPr>
        <a:xfrm>
          <a:off x="0" y="0"/>
          <a:ext cx="3778250" cy="3778250"/>
        </a:xfrm>
        <a:prstGeom prst="triangle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4D96D-378C-4AF2-B070-4848E65DB55E}">
      <dsp:nvSpPr>
        <dsp:cNvPr id="0" name=""/>
        <dsp:cNvSpPr/>
      </dsp:nvSpPr>
      <dsp:spPr>
        <a:xfrm>
          <a:off x="1838904" y="449314"/>
          <a:ext cx="2455862" cy="67152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Linear Regression</a:t>
          </a:r>
          <a:endParaRPr lang="en-US" sz="2100" kern="1200" dirty="0"/>
        </a:p>
      </dsp:txBody>
      <dsp:txXfrm>
        <a:off x="1871685" y="482095"/>
        <a:ext cx="2390300" cy="605962"/>
      </dsp:txXfrm>
    </dsp:sp>
    <dsp:sp modelId="{80B4DD6E-0349-45C2-8D34-43A526EE1405}">
      <dsp:nvSpPr>
        <dsp:cNvPr id="0" name=""/>
        <dsp:cNvSpPr/>
      </dsp:nvSpPr>
      <dsp:spPr>
        <a:xfrm>
          <a:off x="1838904" y="1269999"/>
          <a:ext cx="2455862" cy="67152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Decision Tree</a:t>
          </a:r>
          <a:endParaRPr lang="en-US" sz="2100" kern="1200" dirty="0"/>
        </a:p>
      </dsp:txBody>
      <dsp:txXfrm>
        <a:off x="1871685" y="1302780"/>
        <a:ext cx="2390300" cy="605962"/>
      </dsp:txXfrm>
    </dsp:sp>
    <dsp:sp modelId="{BD06E6FD-57FB-4DEE-B2D4-FF73006B60E1}">
      <dsp:nvSpPr>
        <dsp:cNvPr id="0" name=""/>
        <dsp:cNvSpPr/>
      </dsp:nvSpPr>
      <dsp:spPr>
        <a:xfrm>
          <a:off x="1838904" y="2021207"/>
          <a:ext cx="2455862" cy="67152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Random Forest</a:t>
          </a:r>
          <a:endParaRPr lang="en-US" sz="2100" kern="1200" dirty="0"/>
        </a:p>
      </dsp:txBody>
      <dsp:txXfrm>
        <a:off x="1871685" y="2053988"/>
        <a:ext cx="2390300" cy="605962"/>
      </dsp:txXfrm>
    </dsp:sp>
    <dsp:sp modelId="{2B517F9B-EEFB-4947-B60C-9AAC7CEA94EE}">
      <dsp:nvSpPr>
        <dsp:cNvPr id="0" name=""/>
        <dsp:cNvSpPr/>
      </dsp:nvSpPr>
      <dsp:spPr>
        <a:xfrm>
          <a:off x="1838904" y="2837633"/>
          <a:ext cx="2455862" cy="67152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K-NN</a:t>
          </a:r>
          <a:endParaRPr lang="en-US" sz="2100" kern="1200" dirty="0"/>
        </a:p>
      </dsp:txBody>
      <dsp:txXfrm>
        <a:off x="1871685" y="2870414"/>
        <a:ext cx="2390300" cy="6059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A6010-28DF-490D-B656-421D36DC3C8E}">
      <dsp:nvSpPr>
        <dsp:cNvPr id="0" name=""/>
        <dsp:cNvSpPr/>
      </dsp:nvSpPr>
      <dsp:spPr>
        <a:xfrm>
          <a:off x="3506" y="152385"/>
          <a:ext cx="2108592" cy="6953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Linear Regression</a:t>
          </a:r>
          <a:endParaRPr lang="en-US" sz="1900" kern="1200" dirty="0"/>
        </a:p>
      </dsp:txBody>
      <dsp:txXfrm>
        <a:off x="3506" y="152385"/>
        <a:ext cx="2108592" cy="695318"/>
      </dsp:txXfrm>
    </dsp:sp>
    <dsp:sp modelId="{30678E51-AE1E-4C2F-B902-D3F180FF2E5F}">
      <dsp:nvSpPr>
        <dsp:cNvPr id="0" name=""/>
        <dsp:cNvSpPr/>
      </dsp:nvSpPr>
      <dsp:spPr>
        <a:xfrm>
          <a:off x="3506" y="847704"/>
          <a:ext cx="2108592" cy="1147409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R^2 = 0.907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RMSE=993.959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A Error= 684.3</a:t>
          </a:r>
          <a:endParaRPr lang="en-US" sz="1900" kern="1200" dirty="0"/>
        </a:p>
      </dsp:txBody>
      <dsp:txXfrm>
        <a:off x="3506" y="847704"/>
        <a:ext cx="2108592" cy="1147409"/>
      </dsp:txXfrm>
    </dsp:sp>
    <dsp:sp modelId="{453F0C43-2FA3-4838-B90A-CEEAB825DD15}">
      <dsp:nvSpPr>
        <dsp:cNvPr id="0" name=""/>
        <dsp:cNvSpPr/>
      </dsp:nvSpPr>
      <dsp:spPr>
        <a:xfrm>
          <a:off x="2407302" y="152385"/>
          <a:ext cx="2108592" cy="6953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15875" cap="rnd" cmpd="sng" algn="ctr">
          <a:solidFill>
            <a:schemeClr val="accent6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Decision Tree</a:t>
          </a:r>
          <a:endParaRPr lang="en-US" sz="1900" kern="1200" dirty="0"/>
        </a:p>
      </dsp:txBody>
      <dsp:txXfrm>
        <a:off x="2407302" y="152385"/>
        <a:ext cx="2108592" cy="695318"/>
      </dsp:txXfrm>
    </dsp:sp>
    <dsp:sp modelId="{8C7A3644-9668-4E3F-8E5F-EF3A783AADDA}">
      <dsp:nvSpPr>
        <dsp:cNvPr id="0" name=""/>
        <dsp:cNvSpPr/>
      </dsp:nvSpPr>
      <dsp:spPr>
        <a:xfrm>
          <a:off x="2407302" y="847704"/>
          <a:ext cx="2108592" cy="1147409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R^2 = 0.014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RMSE=3575.71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A Error= 1998.3</a:t>
          </a:r>
          <a:endParaRPr lang="en-US" sz="1900" kern="1200" dirty="0"/>
        </a:p>
      </dsp:txBody>
      <dsp:txXfrm>
        <a:off x="2407302" y="847704"/>
        <a:ext cx="2108592" cy="1147409"/>
      </dsp:txXfrm>
    </dsp:sp>
    <dsp:sp modelId="{4F187D75-FC3C-45E4-BA6E-60A66A06FF08}">
      <dsp:nvSpPr>
        <dsp:cNvPr id="0" name=""/>
        <dsp:cNvSpPr/>
      </dsp:nvSpPr>
      <dsp:spPr>
        <a:xfrm>
          <a:off x="4811098" y="152385"/>
          <a:ext cx="2108592" cy="6953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15875" cap="rnd" cmpd="sng" algn="ctr">
          <a:solidFill>
            <a:schemeClr val="accent6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Random Forest</a:t>
          </a:r>
          <a:endParaRPr lang="en-US" sz="1900" kern="1200" dirty="0"/>
        </a:p>
      </dsp:txBody>
      <dsp:txXfrm>
        <a:off x="4811098" y="152385"/>
        <a:ext cx="2108592" cy="695318"/>
      </dsp:txXfrm>
    </dsp:sp>
    <dsp:sp modelId="{197D2038-DF9E-4304-B1D1-8727974DBAA3}">
      <dsp:nvSpPr>
        <dsp:cNvPr id="0" name=""/>
        <dsp:cNvSpPr/>
      </dsp:nvSpPr>
      <dsp:spPr>
        <a:xfrm>
          <a:off x="4811098" y="847704"/>
          <a:ext cx="2108592" cy="1147409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R^2 = 0.877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RMSE=1126.3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A Error= 846.5</a:t>
          </a:r>
          <a:endParaRPr lang="en-US" sz="1900" kern="1200" dirty="0"/>
        </a:p>
      </dsp:txBody>
      <dsp:txXfrm>
        <a:off x="4811098" y="847704"/>
        <a:ext cx="2108592" cy="1147409"/>
      </dsp:txXfrm>
    </dsp:sp>
    <dsp:sp modelId="{01FC6E25-67F3-466D-A575-067A6C9A6529}">
      <dsp:nvSpPr>
        <dsp:cNvPr id="0" name=""/>
        <dsp:cNvSpPr/>
      </dsp:nvSpPr>
      <dsp:spPr>
        <a:xfrm>
          <a:off x="7214894" y="152385"/>
          <a:ext cx="2108592" cy="6953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5875" cap="rnd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K-NN</a:t>
          </a:r>
          <a:endParaRPr lang="en-US" sz="1900" kern="1200" dirty="0"/>
        </a:p>
      </dsp:txBody>
      <dsp:txXfrm>
        <a:off x="7214894" y="152385"/>
        <a:ext cx="2108592" cy="695318"/>
      </dsp:txXfrm>
    </dsp:sp>
    <dsp:sp modelId="{F947CED4-9F92-4EC5-AF59-785E7D25BC39}">
      <dsp:nvSpPr>
        <dsp:cNvPr id="0" name=""/>
        <dsp:cNvSpPr/>
      </dsp:nvSpPr>
      <dsp:spPr>
        <a:xfrm>
          <a:off x="7214894" y="847704"/>
          <a:ext cx="2108592" cy="1147409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R^2 = 0.94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RMSE=710.34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A Error= 593.8</a:t>
          </a:r>
          <a:endParaRPr lang="en-US" sz="1900" kern="1200" dirty="0"/>
        </a:p>
      </dsp:txBody>
      <dsp:txXfrm>
        <a:off x="7214894" y="847704"/>
        <a:ext cx="2108592" cy="1147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0547" y="173644"/>
            <a:ext cx="8911687" cy="1421476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solidFill>
                  <a:schemeClr val="bg2"/>
                </a:solidFill>
              </a:rPr>
              <a:t>Revenue Prediction of NIKE Inc.</a:t>
            </a:r>
            <a:br>
              <a:rPr lang="en-US" sz="4000" b="1" u="sng" dirty="0">
                <a:solidFill>
                  <a:schemeClr val="bg2"/>
                </a:solidFill>
              </a:rPr>
            </a:br>
            <a:r>
              <a:rPr lang="en-US" sz="4000" b="1" u="sng" dirty="0">
                <a:solidFill>
                  <a:schemeClr val="bg2"/>
                </a:solidFill>
              </a:rPr>
              <a:t>using RapidMiner</a:t>
            </a:r>
            <a:br>
              <a:rPr lang="en-US" sz="4000" b="1" u="sng" dirty="0">
                <a:solidFill>
                  <a:schemeClr val="bg2"/>
                </a:solidFill>
              </a:rPr>
            </a:br>
            <a:br>
              <a:rPr lang="en-US" sz="4000" b="1" u="sng" dirty="0"/>
            </a:br>
            <a:br>
              <a:rPr lang="en-US" sz="4000" b="1" u="sng" dirty="0"/>
            </a:br>
            <a:endParaRPr lang="en-US" sz="4000" b="1" u="sng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2548572" y="4546138"/>
            <a:ext cx="9297988" cy="1847273"/>
          </a:xfrm>
        </p:spPr>
        <p:txBody>
          <a:bodyPr>
            <a:normAutofit fontScale="92500" lnSpcReduction="20000"/>
          </a:bodyPr>
          <a:lstStyle/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Amit Lamsal</a:t>
            </a:r>
          </a:p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CSIS 5420: Machine Learning for Business</a:t>
            </a:r>
          </a:p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Prof. Ahmad Rabiu</a:t>
            </a:r>
          </a:p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Student Id: 4262165</a:t>
            </a:r>
          </a:p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03/11/2025</a:t>
            </a:r>
          </a:p>
        </p:txBody>
      </p:sp>
      <p:pic>
        <p:nvPicPr>
          <p:cNvPr id="9" name="Picture 8" descr="A white swoosh logo on a black background&#10;&#10;Description automatically generated">
            <a:extLst>
              <a:ext uri="{FF2B5EF4-FFF2-40B4-BE49-F238E27FC236}">
                <a16:creationId xmlns:a16="http://schemas.microsoft.com/office/drawing/2014/main" id="{366DA851-5D6B-90C4-DB5D-54545392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52" y="1595120"/>
            <a:ext cx="5219272" cy="324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6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bg2"/>
                </a:solidFill>
              </a:rPr>
              <a:t>Background</a:t>
            </a:r>
            <a:r>
              <a:rPr lang="en-US" b="1" u="sng" dirty="0">
                <a:solidFill>
                  <a:schemeClr val="bg2"/>
                </a:solidFill>
              </a:rPr>
              <a:t> </a:t>
            </a:r>
            <a:r>
              <a:rPr lang="en-US" b="1" u="sng" dirty="0"/>
              <a:t>  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905000"/>
            <a:ext cx="9218612" cy="41365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Financial Analysis is the process of assessing the financial health of a company using its key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Nike is the global market leader in sportswear and apparel and are also renowned for its innovation, branding, sustainability.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Data Exploration: (Dataset Obtained from official company (nike.com) and Government (sec.gov) websites.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Font typeface="Wingdings" pitchFamily="2" charset="2"/>
              <a:buChar char="Ø"/>
            </a:pPr>
            <a:endParaRPr lang="en-US" sz="2000" dirty="0"/>
          </a:p>
          <a:p>
            <a:pPr>
              <a:buFont typeface="Wingdings" pitchFamily="2" charset="2"/>
              <a:buChar char="Ø"/>
            </a:pPr>
            <a:endParaRPr lang="en-US" sz="2000" dirty="0"/>
          </a:p>
          <a:p>
            <a:pPr>
              <a:buFont typeface="Wingdings" pitchFamily="2" charset="2"/>
              <a:buChar char="Ø"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973316"/>
              </p:ext>
            </p:extLst>
          </p:nvPr>
        </p:nvGraphicFramePr>
        <p:xfrm>
          <a:off x="2711150" y="4276350"/>
          <a:ext cx="8607089" cy="17632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65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1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380">
                <a:tc>
                  <a:txBody>
                    <a:bodyPr/>
                    <a:lstStyle/>
                    <a:p>
                      <a:r>
                        <a:rPr lang="en-GB" dirty="0"/>
                        <a:t>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Items and 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80">
                <a:tc>
                  <a:txBody>
                    <a:bodyPr/>
                    <a:lstStyle/>
                    <a:p>
                      <a:r>
                        <a:rPr lang="en-GB" b="1" dirty="0"/>
                        <a:t>Financial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u="none" dirty="0"/>
                        <a:t>Revenue, Assets, Liabilities, LTD, CAPEX, Cash on Hand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380">
                <a:tc>
                  <a:txBody>
                    <a:bodyPr/>
                    <a:lstStyle/>
                    <a:p>
                      <a:r>
                        <a:rPr lang="en-GB" b="1" dirty="0"/>
                        <a:t>Macro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u="none" dirty="0"/>
                        <a:t>GDP Growth rates, Unemployment rates, Inflation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380">
                <a:tc>
                  <a:txBody>
                    <a:bodyPr/>
                    <a:lstStyle/>
                    <a:p>
                      <a:r>
                        <a:rPr lang="en-GB" b="1" dirty="0"/>
                        <a:t>Data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u="none" dirty="0"/>
                        <a:t>Nike.com, Sec.gov.np, fred.stlouisfed.org, </a:t>
                      </a:r>
                      <a:r>
                        <a:rPr lang="en-GB" b="0" u="none" dirty="0" err="1"/>
                        <a:t>worldbank</a:t>
                      </a:r>
                      <a:endParaRPr lang="en-GB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9264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BCFCE3F-2946-E838-4851-489C69BA4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73175"/>
          </a:xfrm>
        </p:spPr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Project Goals</a:t>
            </a:r>
          </a:p>
        </p:txBody>
      </p:sp>
      <p:pic>
        <p:nvPicPr>
          <p:cNvPr id="4" name="Picture 3" descr="A white swoosh logo on a black background&#10;&#10;Description automatically generated">
            <a:extLst>
              <a:ext uri="{FF2B5EF4-FFF2-40B4-BE49-F238E27FC236}">
                <a16:creationId xmlns:a16="http://schemas.microsoft.com/office/drawing/2014/main" id="{2881E0FD-9C0A-44BE-AEB7-FC262ECB5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6657" y="0"/>
            <a:ext cx="1908355" cy="131951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95DC6-0D7F-2D84-C389-44FBEB838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2"/>
                </a:solidFill>
              </a:rPr>
              <a:t>The major objective it to predict the revenue of NIKE company for the coming quarters or years in consideration with some of its financial attributes and macro economic variables.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2"/>
                </a:solidFill>
              </a:rPr>
              <a:t>Macro-economic variable: GDP Growth rate, Unemployment rate, and Inflation rate</a:t>
            </a:r>
          </a:p>
          <a:p>
            <a:pPr>
              <a:lnSpc>
                <a:spcPct val="200000"/>
              </a:lnSpc>
            </a:pPr>
            <a:r>
              <a:rPr lang="en-GB" sz="2000" dirty="0">
                <a:solidFill>
                  <a:schemeClr val="bg2"/>
                </a:solidFill>
              </a:rPr>
              <a:t>Competitors Information was also taken (ADIDAS).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54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A2C1-5C17-2074-2390-67042530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126" y="531203"/>
            <a:ext cx="8911687" cy="1194416"/>
          </a:xfrm>
        </p:spPr>
        <p:txBody>
          <a:bodyPr>
            <a:normAutofit/>
          </a:bodyPr>
          <a:lstStyle/>
          <a:p>
            <a:r>
              <a:rPr lang="en-GB" u="sng" dirty="0">
                <a:solidFill>
                  <a:schemeClr val="bg2"/>
                </a:solidFill>
              </a:rPr>
              <a:t>Analysis:</a:t>
            </a:r>
            <a:br>
              <a:rPr lang="en-GB" b="1" u="sng" dirty="0">
                <a:solidFill>
                  <a:schemeClr val="bg2"/>
                </a:solidFill>
              </a:rPr>
            </a:br>
            <a:r>
              <a:rPr lang="en-GB" dirty="0">
                <a:solidFill>
                  <a:schemeClr val="bg2"/>
                </a:solidFill>
              </a:rPr>
              <a:t>Methods used in project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55668-6B0A-A265-90B9-7F5046A1D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788"/>
            <a:ext cx="1908213" cy="1316850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5B6CDFA-CB5D-538F-5D03-E6BF37E6E0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6804107"/>
              </p:ext>
            </p:extLst>
          </p:nvPr>
        </p:nvGraphicFramePr>
        <p:xfrm>
          <a:off x="2428126" y="2140020"/>
          <a:ext cx="3667874" cy="3603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202F46-F442-A2D3-C741-9DBADF39C2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293496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3B607E1-561C-2319-5EC4-BF64D9AEB4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6913" y="2357832"/>
            <a:ext cx="4396960" cy="332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2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14CCA-8991-6A90-CD6D-E91A3E03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CC58-EB0D-EF98-E836-03789F2A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126" y="531203"/>
            <a:ext cx="8911687" cy="1194416"/>
          </a:xfrm>
        </p:spPr>
        <p:txBody>
          <a:bodyPr>
            <a:normAutofit/>
          </a:bodyPr>
          <a:lstStyle/>
          <a:p>
            <a:r>
              <a:rPr lang="en-GB" u="sng" dirty="0">
                <a:solidFill>
                  <a:schemeClr val="bg2"/>
                </a:solidFill>
              </a:rPr>
              <a:t>Analysis:</a:t>
            </a:r>
            <a:br>
              <a:rPr lang="en-GB" b="1" u="sng" dirty="0">
                <a:solidFill>
                  <a:schemeClr val="bg2"/>
                </a:solidFill>
              </a:rPr>
            </a:br>
            <a:r>
              <a:rPr lang="en-GB" dirty="0">
                <a:solidFill>
                  <a:schemeClr val="bg2"/>
                </a:solidFill>
              </a:rPr>
              <a:t>Methods used in project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A43C6-01C4-0306-E006-3A0B0953B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788"/>
            <a:ext cx="1908213" cy="1316850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FF64E82-9FE3-2744-C633-1239F4FB0E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566503"/>
              </p:ext>
            </p:extLst>
          </p:nvPr>
        </p:nvGraphicFramePr>
        <p:xfrm>
          <a:off x="2428126" y="2140021"/>
          <a:ext cx="9326994" cy="1288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2736353-9939-F868-51DC-0705DFBE7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239574"/>
              </p:ext>
            </p:extLst>
          </p:nvPr>
        </p:nvGraphicFramePr>
        <p:xfrm>
          <a:off x="2346846" y="3670970"/>
          <a:ext cx="9326994" cy="214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F82BA70-654D-810E-57BE-94F791C7F6EF}"/>
              </a:ext>
            </a:extLst>
          </p:cNvPr>
          <p:cNvSpPr txBox="1"/>
          <p:nvPr/>
        </p:nvSpPr>
        <p:spPr>
          <a:xfrm>
            <a:off x="2261112" y="2105561"/>
            <a:ext cx="9245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u="sng" dirty="0">
                <a:solidFill>
                  <a:schemeClr val="bg1"/>
                </a:solidFill>
              </a:rPr>
              <a:t>Performance Vectors</a:t>
            </a:r>
            <a:r>
              <a:rPr lang="en-GB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Squared Correlation (R^2) = Closer to 1 is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Root Mean Square Error (RMSE) = Lower is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Absolute Error = Lower is better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1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6704E-E9C8-8361-9231-93A873C9F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3A2F-6878-5589-7988-0BF85E2B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17014"/>
          </a:xfrm>
        </p:spPr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Final Method Selection: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A481B-89C3-226F-F2A0-133AC66D5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921D6A-5353-CAC3-637E-ADF69D25D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Linear Regression was selected despite K-NN being better in all performance vectors. This is because: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chemeClr val="bg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K-NN is not suitable for predicting time series with a global trend.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Computational Cost: The model's efficiency decreases with large datasets.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The accuracy of predictions depends on the availability and quality of historical data. 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Hence, the second best (Linear Regression) is selected for the model.</a:t>
            </a:r>
          </a:p>
        </p:txBody>
      </p:sp>
    </p:spTree>
    <p:extLst>
      <p:ext uri="{BB962C8B-B14F-4D97-AF65-F5344CB8AC3E}">
        <p14:creationId xmlns:p14="http://schemas.microsoft.com/office/powerpoint/2010/main" val="540011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FBCE7-9E1B-A15A-B05E-7C991BE5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AF27-4153-025C-B245-E948028A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7140355" cy="1194416"/>
          </a:xfrm>
        </p:spPr>
        <p:txBody>
          <a:bodyPr>
            <a:normAutofit/>
          </a:bodyPr>
          <a:lstStyle/>
          <a:p>
            <a:r>
              <a:rPr lang="en-GB" u="sng" dirty="0">
                <a:solidFill>
                  <a:schemeClr val="bg2"/>
                </a:solidFill>
              </a:rPr>
              <a:t>Model Deployment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B48496-B3E0-0CCC-5515-10D946C28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788"/>
            <a:ext cx="1908213" cy="13168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94D0FA-625E-0955-A0A4-20F06E0E5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0" y="2133600"/>
            <a:ext cx="9310052" cy="4023360"/>
          </a:xfrm>
        </p:spPr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Created a new dataset (deploy dataset ) for the model deployment by changing the data values.</a:t>
            </a:r>
          </a:p>
          <a:p>
            <a:r>
              <a:rPr lang="en-GB" dirty="0">
                <a:solidFill>
                  <a:schemeClr val="bg2"/>
                </a:solidFill>
              </a:rPr>
              <a:t>Used linear regression model to predict the revenue.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3EB271-AC4A-627F-B74B-841CAC30E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892" y="3238891"/>
            <a:ext cx="8886508" cy="13534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589D39-C12D-52F4-86A8-388163F1B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892" y="4731567"/>
            <a:ext cx="8886508" cy="13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1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RAPIDMINER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142C49-24A9-BC84-0A21-31D0D702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17471"/>
            <a:ext cx="1908213" cy="1316850"/>
          </a:xfrm>
          <a:prstGeom prst="rect">
            <a:avLst/>
          </a:prstGeom>
        </p:spPr>
      </p:pic>
      <p:pic>
        <p:nvPicPr>
          <p:cNvPr id="8" name="Content Placeholder 7" descr="A diagram of a diagram&#10;&#10;AI-generated content may be incorrect.">
            <a:extLst>
              <a:ext uri="{FF2B5EF4-FFF2-40B4-BE49-F238E27FC236}">
                <a16:creationId xmlns:a16="http://schemas.microsoft.com/office/drawing/2014/main" id="{D941198C-01C1-576D-1927-F8D1DB772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99360" y="1767840"/>
            <a:ext cx="8447475" cy="4144010"/>
          </a:xfrm>
        </p:spPr>
      </p:pic>
    </p:spTree>
    <p:extLst>
      <p:ext uri="{BB962C8B-B14F-4D97-AF65-F5344CB8AC3E}">
        <p14:creationId xmlns:p14="http://schemas.microsoft.com/office/powerpoint/2010/main" val="413913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B5941-F612-58BD-C836-D74C488E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63FA-1B2B-C970-C104-71568820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194416"/>
          </a:xfrm>
        </p:spPr>
        <p:txBody>
          <a:bodyPr>
            <a:normAutofit/>
          </a:bodyPr>
          <a:lstStyle/>
          <a:p>
            <a:r>
              <a:rPr lang="en-GB" u="sng" dirty="0">
                <a:solidFill>
                  <a:schemeClr val="bg2"/>
                </a:solidFill>
              </a:rPr>
              <a:t>Conclusion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D55DD-6042-ABD7-B2D4-A6862E103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788"/>
            <a:ext cx="1908213" cy="131685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FBFBE4-EC5C-DECD-D165-18ACC935C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40960"/>
            <a:ext cx="8915400" cy="39702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Objective: Predict Nike's future revenue using machine learning in RapidMiner.</a:t>
            </a:r>
          </a:p>
          <a:p>
            <a:r>
              <a:rPr lang="en-US" dirty="0">
                <a:solidFill>
                  <a:schemeClr val="bg1"/>
                </a:solidFill>
              </a:rPr>
              <a:t>Data Collection: Gathered financial data from sources like SEC filings, Federal Reserve data, and Nike’s investor relations.</a:t>
            </a:r>
          </a:p>
          <a:p>
            <a:r>
              <a:rPr lang="en-US" dirty="0">
                <a:solidFill>
                  <a:schemeClr val="bg1"/>
                </a:solidFill>
              </a:rPr>
              <a:t>Dataset Details: Included financial indicators (e.g., total assets, liabilities, revenue) from 2009 to 2024 in quarterly format.</a:t>
            </a:r>
          </a:p>
          <a:p>
            <a:r>
              <a:rPr lang="en-US" dirty="0">
                <a:solidFill>
                  <a:schemeClr val="bg1"/>
                </a:solidFill>
              </a:rPr>
              <a:t>Data Splitting: Divided into 60% training and 40% testing data.</a:t>
            </a:r>
          </a:p>
          <a:p>
            <a:r>
              <a:rPr lang="en-US" dirty="0">
                <a:solidFill>
                  <a:schemeClr val="bg1"/>
                </a:solidFill>
              </a:rPr>
              <a:t>Model Selection: Tested four models — Linear Regression, Decision Tree, Random Forest, and K-NN.</a:t>
            </a:r>
          </a:p>
          <a:p>
            <a:r>
              <a:rPr lang="en-US" dirty="0">
                <a:solidFill>
                  <a:schemeClr val="bg1"/>
                </a:solidFill>
              </a:rPr>
              <a:t>Final Model Choice: Linear Regression selected for its superior performance</a:t>
            </a:r>
          </a:p>
          <a:p>
            <a:r>
              <a:rPr lang="en-US" dirty="0">
                <a:solidFill>
                  <a:schemeClr val="bg1"/>
                </a:solidFill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824158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3703A-57EA-31F3-7444-CB9ADE30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EA83-4777-B3A5-0A15-9657985A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Questions ?</a:t>
            </a:r>
          </a:p>
        </p:txBody>
      </p:sp>
      <p:pic>
        <p:nvPicPr>
          <p:cNvPr id="4" name="Content Placeholder 3" descr="images.jpg">
            <a:extLst>
              <a:ext uri="{FF2B5EF4-FFF2-40B4-BE49-F238E27FC236}">
                <a16:creationId xmlns:a16="http://schemas.microsoft.com/office/drawing/2014/main" id="{223C8C78-CF39-6D27-8B90-83678A3B5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0853" y="2080491"/>
            <a:ext cx="7788748" cy="34543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169474-D19F-EE4E-8234-2501FD0C0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87" y="17471"/>
            <a:ext cx="1908213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088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2739</TotalTime>
  <Words>516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Century Gothic</vt:lpstr>
      <vt:lpstr>Wingdings</vt:lpstr>
      <vt:lpstr>Wingdings 3</vt:lpstr>
      <vt:lpstr>Wisp</vt:lpstr>
      <vt:lpstr>Revenue Prediction of NIKE Inc. using RapidMiner   </vt:lpstr>
      <vt:lpstr>Background              </vt:lpstr>
      <vt:lpstr>Project Goals</vt:lpstr>
      <vt:lpstr>Analysis: Methods used in project</vt:lpstr>
      <vt:lpstr>Analysis: Methods used in project</vt:lpstr>
      <vt:lpstr>Final Method Selection:</vt:lpstr>
      <vt:lpstr>Model Deployment</vt:lpstr>
      <vt:lpstr>RAPIDMINER DESIGN</vt:lpstr>
      <vt:lpstr>Conclusion</vt:lpstr>
      <vt:lpstr>Questions ?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presentation on Amazon.com </dc:title>
  <dc:creator>Vijay</dc:creator>
  <cp:lastModifiedBy>Amit Lamsal</cp:lastModifiedBy>
  <cp:revision>128</cp:revision>
  <dcterms:created xsi:type="dcterms:W3CDTF">2017-06-08T15:52:47Z</dcterms:created>
  <dcterms:modified xsi:type="dcterms:W3CDTF">2025-03-11T18:31:37Z</dcterms:modified>
</cp:coreProperties>
</file>